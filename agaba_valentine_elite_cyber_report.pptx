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Cybersecurity Incident Investigation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Domain Analysis: ricijnth-cdusad.xyz</a:t>
            </a:r>
          </a:p>
          <a:p/>
          <a:p>
            <a:r>
              <a:t>Prepared by: Agaba Valentine</a:t>
            </a:r>
          </a:p>
          <a:p>
            <a:r>
              <a:t>Ethical Hacker (Cisco)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Actor Profile (Hypothesis)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Threat actors appear to operate a task‑based reward platform.</a:t>
            </a:r>
          </a:p>
          <a:p>
            <a:pPr/>
            <a:r>
              <a:t>Infrastructure designed to attract global users through referral systems.</a:t>
            </a:r>
          </a:p>
          <a:p>
            <a:pPr/>
            <a:r>
              <a:t>Use of Cloudflare suggests attempts to hide backend infrastructure.</a:t>
            </a:r>
          </a:p>
          <a:p>
            <a:pPr/>
            <a:r>
              <a:t>Possible financially motivated actors running online task scams.</a:t>
            </a:r>
          </a:p>
          <a:p>
            <a:pPr/>
            <a:r>
              <a:t>Operational model likely involves social recruitment and withdrawal restrictions.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Realistic Attack Chain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6459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Victim visits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828800"/>
            <a:ext cx="16459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828800"/>
            <a:ext cx="16459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Referral recruitment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16459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Task / video completion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3657600"/>
            <a:ext cx="16459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Withdrawal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3657600"/>
            <a:ext cx="16459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Financial data collection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3657600"/>
            <a:ext cx="16459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Potential fraud /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 of Compromise (IOC)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ricijnth-cdusad.xyz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investigated domain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104.21.31.20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Cloudflare edge node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172.67.174.167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Cloudflare edge node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/user/ntglogin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login API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/money/ntgwithdraw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Withdrawal request endpoint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MITRE ATT&amp;CK Matrix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T1583 – Acquire Infrastructure (malicious domains)</a:t>
            </a:r>
          </a:p>
          <a:p>
            <a:pPr/>
            <a:r>
              <a:t>T1566 – Social engineering to recruit victims</a:t>
            </a:r>
          </a:p>
          <a:p>
            <a:pPr/>
            <a:r>
              <a:t>T1071 – Web based application layer communications</a:t>
            </a:r>
          </a:p>
          <a:p>
            <a:pPr/>
            <a:r>
              <a:t>T1102 – Use of web services to interact with victims</a:t>
            </a:r>
          </a:p>
          <a:p>
            <a:pPr/>
            <a:r>
              <a:t>T1657 – Possible data exfiltration through web forms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OSINT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 name pattern appears randomly generated.</a:t>
            </a:r>
          </a:p>
          <a:p>
            <a:pPr/>
            <a:r>
              <a:t>Large number of language packs suggests international targeting.</a:t>
            </a:r>
          </a:p>
          <a:p>
            <a:pPr/>
            <a:r>
              <a:t>Frontend JavaScript bundles indicate SPA architecture.</a:t>
            </a:r>
          </a:p>
          <a:p>
            <a:pPr/>
            <a:r>
              <a:t>Multiple financial endpoints discovered via crawling tools.</a:t>
            </a:r>
          </a:p>
          <a:p>
            <a:pPr/>
            <a:r>
              <a:t>No legitimate corporate or legal attribution found.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Kali Linux Reconnaissance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Example commands executed during investigation:</a:t>
            </a:r>
          </a:p>
          <a:p>
            <a:pPr lvl="1"/>
            <a:r>
              <a:t>whatweb https://ricijnth-cdusad.xyz</a:t>
            </a:r>
          </a:p>
          <a:p>
            <a:pPr lvl="1"/>
            <a:r>
              <a:t>gobuster dir -u https://ricijnth-cdusad.xyz -w /usr/share/wordlists/dirb/common.txt</a:t>
            </a:r>
          </a:p>
          <a:p>
            <a:pPr lvl="1"/>
            <a:r>
              <a:t>katana -u https://ricijnth-cdusad.xyz</a:t>
            </a:r>
          </a:p>
          <a:p>
            <a:pPr lvl="1"/>
            <a:r>
              <a:t>nikto -h https://ricijnth-cdusad.xyz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Investigation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domain exhibits characteristics of a suspicious task‑reward platform.</a:t>
            </a:r>
          </a:p>
          <a:p>
            <a:pPr/>
            <a:r>
              <a:t>Infrastructure masking through Cloudflare complicates attribution.</a:t>
            </a:r>
          </a:p>
          <a:p>
            <a:pPr/>
            <a:r>
              <a:t>Indicators suggest potential financial fraud risk.</a:t>
            </a:r>
          </a:p>
          <a:p>
            <a:pPr/>
            <a:r>
              <a:t>Users should avoid interacting with this platform.</a:t>
            </a:r>
          </a:p>
          <a:p>
            <a:pPr/>
            <a:r>
              <a:t>Further monitoring recommended.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Prepared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Agaba Valentine</a:t>
            </a:r>
          </a:p>
          <a:p>
            <a:pPr/>
            <a:r>
              <a:t>Ethical Hacker (Cisco)</a:t>
            </a:r>
          </a:p>
          <a:p>
            <a:pPr/>
            <a:r>
              <a:t>Cybersecurity Incident Investigation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